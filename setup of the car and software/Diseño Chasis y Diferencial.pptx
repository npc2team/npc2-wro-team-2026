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3042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693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64740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0713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6193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7311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01969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37868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0455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7615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9181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8700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1F71E-744A-49EF-9993-DEAAEC067C3B}" type="datetimeFigureOut">
              <a:rPr lang="es-VE" smtClean="0"/>
              <a:t>22/3/2026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2C9AA-1193-44EE-886A-79FD94EB0EF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0078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microsoft.com/office/2007/relationships/hdphoto" Target="../media/hdphoto1.wdp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o 31">
            <a:extLst>
              <a:ext uri="{FF2B5EF4-FFF2-40B4-BE49-F238E27FC236}">
                <a16:creationId xmlns:a16="http://schemas.microsoft.com/office/drawing/2014/main" id="{C1CD4EAA-DC57-ABD8-883F-AF12F53AB6E1}"/>
              </a:ext>
            </a:extLst>
          </p:cNvPr>
          <p:cNvGrpSpPr/>
          <p:nvPr/>
        </p:nvGrpSpPr>
        <p:grpSpPr>
          <a:xfrm>
            <a:off x="727910" y="1392611"/>
            <a:ext cx="5173579" cy="9305470"/>
            <a:chOff x="727910" y="1392611"/>
            <a:chExt cx="5173579" cy="930547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B6276D05-7D63-169E-DD6A-41F3995B8DD2}"/>
                </a:ext>
              </a:extLst>
            </p:cNvPr>
            <p:cNvGrpSpPr/>
            <p:nvPr/>
          </p:nvGrpSpPr>
          <p:grpSpPr>
            <a:xfrm>
              <a:off x="727910" y="1493919"/>
              <a:ext cx="5173579" cy="9204162"/>
              <a:chOff x="637674" y="1463838"/>
              <a:chExt cx="5173579" cy="9204162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EB027EE8-9FCC-8385-264B-279AD0BDA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836" r="61623" b="23392"/>
              <a:stretch>
                <a:fillRect/>
              </a:stretch>
            </p:blipFill>
            <p:spPr>
              <a:xfrm rot="5400000">
                <a:off x="1517987" y="1546055"/>
                <a:ext cx="3509211" cy="3344778"/>
              </a:xfrm>
              <a:prstGeom prst="rect">
                <a:avLst/>
              </a:prstGeom>
            </p:spPr>
          </p:pic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62D39ADC-F962-C201-1C8A-8BE13DBAA5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75" t="15263" b="9299"/>
              <a:stretch>
                <a:fillRect/>
              </a:stretch>
            </p:blipFill>
            <p:spPr>
              <a:xfrm rot="5400000">
                <a:off x="374985" y="5231731"/>
                <a:ext cx="5698958" cy="5173579"/>
              </a:xfrm>
              <a:prstGeom prst="rect">
                <a:avLst/>
              </a:prstGeom>
            </p:spPr>
          </p:pic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042D6901-4387-ABAC-4275-235B3EDED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64" t="27836" r="61623" b="53186"/>
            <a:stretch>
              <a:fillRect/>
            </a:stretch>
          </p:blipFill>
          <p:spPr>
            <a:xfrm rot="5400000">
              <a:off x="2950747" y="1153930"/>
              <a:ext cx="824161" cy="1301523"/>
            </a:xfrm>
            <a:prstGeom prst="rect">
              <a:avLst/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31AE857E-EB5A-7D11-91E9-67E888719FED}"/>
              </a:ext>
            </a:extLst>
          </p:cNvPr>
          <p:cNvSpPr txBox="1"/>
          <p:nvPr/>
        </p:nvSpPr>
        <p:spPr>
          <a:xfrm>
            <a:off x="373796" y="158234"/>
            <a:ext cx="2276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dirty="0"/>
              <a:t>Piso de Abajo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095C6E4-11C0-030D-890C-6B2C62C5F58F}"/>
              </a:ext>
            </a:extLst>
          </p:cNvPr>
          <p:cNvCxnSpPr>
            <a:cxnSpLocks/>
          </p:cNvCxnSpPr>
          <p:nvPr/>
        </p:nvCxnSpPr>
        <p:spPr>
          <a:xfrm>
            <a:off x="1828800" y="3585411"/>
            <a:ext cx="3206418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8AFDB8C-CE6C-5627-911C-5981D1DE23B6}"/>
              </a:ext>
            </a:extLst>
          </p:cNvPr>
          <p:cNvCxnSpPr>
            <a:cxnSpLocks/>
          </p:cNvCxnSpPr>
          <p:nvPr/>
        </p:nvCxnSpPr>
        <p:spPr>
          <a:xfrm>
            <a:off x="992980" y="7455569"/>
            <a:ext cx="4637799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E2CB287-5C64-312C-5F03-B0DA02748065}"/>
              </a:ext>
            </a:extLst>
          </p:cNvPr>
          <p:cNvSpPr txBox="1"/>
          <p:nvPr/>
        </p:nvSpPr>
        <p:spPr>
          <a:xfrm>
            <a:off x="2556004" y="3081043"/>
            <a:ext cx="1745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rgbClr val="FF0000"/>
                </a:solidFill>
              </a:rPr>
              <a:t>8cm Ancho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BD6CFF4-0334-7BF7-CDB9-00832F2D5946}"/>
              </a:ext>
            </a:extLst>
          </p:cNvPr>
          <p:cNvSpPr txBox="1"/>
          <p:nvPr/>
        </p:nvSpPr>
        <p:spPr>
          <a:xfrm>
            <a:off x="2438883" y="6993904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rgbClr val="FF0000"/>
                </a:solidFill>
              </a:rPr>
              <a:t>11cm Ancho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83ABF91-3398-32BC-E8E8-A6916B287244}"/>
              </a:ext>
            </a:extLst>
          </p:cNvPr>
          <p:cNvCxnSpPr>
            <a:cxnSpLocks/>
          </p:cNvCxnSpPr>
          <p:nvPr/>
        </p:nvCxnSpPr>
        <p:spPr>
          <a:xfrm>
            <a:off x="5035218" y="4790575"/>
            <a:ext cx="691814" cy="0"/>
          </a:xfrm>
          <a:prstGeom prst="line">
            <a:avLst/>
          </a:prstGeom>
          <a:ln w="5715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F18F3B2-B519-C025-E836-2AB0FD7DC82A}"/>
              </a:ext>
            </a:extLst>
          </p:cNvPr>
          <p:cNvCxnSpPr>
            <a:cxnSpLocks/>
          </p:cNvCxnSpPr>
          <p:nvPr/>
        </p:nvCxnSpPr>
        <p:spPr>
          <a:xfrm>
            <a:off x="1136986" y="4800603"/>
            <a:ext cx="691814" cy="0"/>
          </a:xfrm>
          <a:prstGeom prst="line">
            <a:avLst/>
          </a:prstGeom>
          <a:ln w="5715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9527261-EFE1-2F8C-F40F-C1183A1FAAAD}"/>
              </a:ext>
            </a:extLst>
          </p:cNvPr>
          <p:cNvSpPr txBox="1"/>
          <p:nvPr/>
        </p:nvSpPr>
        <p:spPr>
          <a:xfrm>
            <a:off x="4388112" y="4202352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rgbClr val="FF0000"/>
                </a:solidFill>
              </a:rPr>
              <a:t>1,5cm Ancho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D35DA69-CEBA-9B04-FE1D-10D96E09186B}"/>
              </a:ext>
            </a:extLst>
          </p:cNvPr>
          <p:cNvSpPr txBox="1"/>
          <p:nvPr/>
        </p:nvSpPr>
        <p:spPr>
          <a:xfrm>
            <a:off x="637678" y="4272065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rgbClr val="FF0000"/>
                </a:solidFill>
              </a:rPr>
              <a:t>1,5cm Ancho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191D683-9743-E655-0C9C-27100542D3B5}"/>
              </a:ext>
            </a:extLst>
          </p:cNvPr>
          <p:cNvCxnSpPr>
            <a:cxnSpLocks/>
          </p:cNvCxnSpPr>
          <p:nvPr/>
        </p:nvCxnSpPr>
        <p:spPr>
          <a:xfrm>
            <a:off x="2695072" y="1199148"/>
            <a:ext cx="1318517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833D4A4-CCF9-F966-3DD3-B7A90C0BC74D}"/>
              </a:ext>
            </a:extLst>
          </p:cNvPr>
          <p:cNvSpPr txBox="1"/>
          <p:nvPr/>
        </p:nvSpPr>
        <p:spPr>
          <a:xfrm>
            <a:off x="2604021" y="537735"/>
            <a:ext cx="1487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rgbClr val="FF0000"/>
                </a:solidFill>
              </a:rPr>
              <a:t>4cm Ancho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D6212E3-0F1B-1AD1-0064-905535AA3B5D}"/>
              </a:ext>
            </a:extLst>
          </p:cNvPr>
          <p:cNvSpPr txBox="1"/>
          <p:nvPr/>
        </p:nvSpPr>
        <p:spPr>
          <a:xfrm rot="16200000">
            <a:off x="-601938" y="1376059"/>
            <a:ext cx="1652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chemeClr val="accent3"/>
                </a:solidFill>
              </a:rPr>
              <a:t>0,5 cm Largo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07DD775-4927-E853-A5D4-7A771972AC43}"/>
              </a:ext>
            </a:extLst>
          </p:cNvPr>
          <p:cNvCxnSpPr>
            <a:cxnSpLocks/>
          </p:cNvCxnSpPr>
          <p:nvPr/>
        </p:nvCxnSpPr>
        <p:spPr>
          <a:xfrm flipH="1" flipV="1">
            <a:off x="2556004" y="1299411"/>
            <a:ext cx="10148" cy="553408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AD7121F-4957-4BF8-8943-7AA4BB09539C}"/>
              </a:ext>
            </a:extLst>
          </p:cNvPr>
          <p:cNvCxnSpPr>
            <a:cxnSpLocks/>
          </p:cNvCxnSpPr>
          <p:nvPr/>
        </p:nvCxnSpPr>
        <p:spPr>
          <a:xfrm>
            <a:off x="369903" y="1588123"/>
            <a:ext cx="22259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94F0D87-36D9-AEF0-327D-3F948794C6CD}"/>
              </a:ext>
            </a:extLst>
          </p:cNvPr>
          <p:cNvCxnSpPr>
            <a:cxnSpLocks/>
          </p:cNvCxnSpPr>
          <p:nvPr/>
        </p:nvCxnSpPr>
        <p:spPr>
          <a:xfrm flipV="1">
            <a:off x="544721" y="4999122"/>
            <a:ext cx="50506" cy="5336004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549E790-B2AD-7BDE-EA69-83C02134D9EB}"/>
              </a:ext>
            </a:extLst>
          </p:cNvPr>
          <p:cNvSpPr txBox="1"/>
          <p:nvPr/>
        </p:nvSpPr>
        <p:spPr>
          <a:xfrm rot="16200000">
            <a:off x="-640698" y="7224736"/>
            <a:ext cx="1791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12cm Largo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4217B23-891D-4E55-F144-937595449C74}"/>
              </a:ext>
            </a:extLst>
          </p:cNvPr>
          <p:cNvCxnSpPr>
            <a:cxnSpLocks/>
          </p:cNvCxnSpPr>
          <p:nvPr/>
        </p:nvCxnSpPr>
        <p:spPr>
          <a:xfrm>
            <a:off x="4013589" y="1199148"/>
            <a:ext cx="1021629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36A034C-8EF3-EBF7-4BDF-65CD445D371B}"/>
              </a:ext>
            </a:extLst>
          </p:cNvPr>
          <p:cNvSpPr txBox="1"/>
          <p:nvPr/>
        </p:nvSpPr>
        <p:spPr>
          <a:xfrm>
            <a:off x="3926826" y="713646"/>
            <a:ext cx="1487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rgbClr val="FF0000"/>
                </a:solidFill>
              </a:rPr>
              <a:t>2cm Ancho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2449B641-A834-5621-5228-31F04DB1BB2A}"/>
              </a:ext>
            </a:extLst>
          </p:cNvPr>
          <p:cNvCxnSpPr>
            <a:cxnSpLocks/>
          </p:cNvCxnSpPr>
          <p:nvPr/>
        </p:nvCxnSpPr>
        <p:spPr>
          <a:xfrm>
            <a:off x="1680946" y="1218901"/>
            <a:ext cx="1021629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17FD417-A4EF-7026-FC6B-A8BEF05EB623}"/>
              </a:ext>
            </a:extLst>
          </p:cNvPr>
          <p:cNvSpPr txBox="1"/>
          <p:nvPr/>
        </p:nvSpPr>
        <p:spPr>
          <a:xfrm>
            <a:off x="1413710" y="733399"/>
            <a:ext cx="1487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dirty="0">
                <a:solidFill>
                  <a:srgbClr val="FF0000"/>
                </a:solidFill>
              </a:rPr>
              <a:t>2cm Ancho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155216F0-2C26-4C91-9970-329AADD4EAD0}"/>
              </a:ext>
            </a:extLst>
          </p:cNvPr>
          <p:cNvCxnSpPr>
            <a:cxnSpLocks/>
          </p:cNvCxnSpPr>
          <p:nvPr/>
        </p:nvCxnSpPr>
        <p:spPr>
          <a:xfrm flipV="1">
            <a:off x="618639" y="1804691"/>
            <a:ext cx="8753" cy="3308730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FE89887-B67A-D26F-1DBF-53F45AF9A4BB}"/>
              </a:ext>
            </a:extLst>
          </p:cNvPr>
          <p:cNvSpPr txBox="1"/>
          <p:nvPr/>
        </p:nvSpPr>
        <p:spPr>
          <a:xfrm rot="16200000">
            <a:off x="-588923" y="3248323"/>
            <a:ext cx="162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8cm Largo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CB94D58D-01A9-D687-CFF5-7C3E1C7F77B9}"/>
              </a:ext>
            </a:extLst>
          </p:cNvPr>
          <p:cNvCxnSpPr>
            <a:cxnSpLocks/>
          </p:cNvCxnSpPr>
          <p:nvPr/>
        </p:nvCxnSpPr>
        <p:spPr>
          <a:xfrm flipH="1" flipV="1">
            <a:off x="6130090" y="1392611"/>
            <a:ext cx="65327" cy="9123992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75E5799-C720-4874-4B6A-D8D8EFFC1AE0}"/>
              </a:ext>
            </a:extLst>
          </p:cNvPr>
          <p:cNvSpPr txBox="1"/>
          <p:nvPr/>
        </p:nvSpPr>
        <p:spPr>
          <a:xfrm rot="16200000">
            <a:off x="5485766" y="6431826"/>
            <a:ext cx="2112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20,5 cm Largo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7B3C6B5-34CC-3B84-8BD0-CA1816CAEC91}"/>
              </a:ext>
            </a:extLst>
          </p:cNvPr>
          <p:cNvSpPr txBox="1"/>
          <p:nvPr/>
        </p:nvSpPr>
        <p:spPr>
          <a:xfrm>
            <a:off x="727910" y="10971217"/>
            <a:ext cx="5875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dirty="0">
                <a:solidFill>
                  <a:srgbClr val="FF0000"/>
                </a:solidFill>
                <a:highlight>
                  <a:srgbClr val="FFFF00"/>
                </a:highlight>
              </a:rPr>
              <a:t>Nota: Redondear ligeramente las esquinas </a:t>
            </a:r>
          </a:p>
        </p:txBody>
      </p:sp>
    </p:spTree>
    <p:extLst>
      <p:ext uri="{BB962C8B-B14F-4D97-AF65-F5344CB8AC3E}">
        <p14:creationId xmlns:p14="http://schemas.microsoft.com/office/powerpoint/2010/main" val="230498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1352A-9528-EE3F-6461-B8671029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27333C7-EF9A-7834-BEE4-485EB3BDD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95" r="9693" b="25789"/>
          <a:stretch>
            <a:fillRect/>
          </a:stretch>
        </p:blipFill>
        <p:spPr>
          <a:xfrm rot="5400000">
            <a:off x="-1677546" y="3208400"/>
            <a:ext cx="10167681" cy="521767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F786F1C-DED2-8243-1556-F20F613FCDB4}"/>
              </a:ext>
            </a:extLst>
          </p:cNvPr>
          <p:cNvSpPr txBox="1"/>
          <p:nvPr/>
        </p:nvSpPr>
        <p:spPr>
          <a:xfrm>
            <a:off x="373796" y="158234"/>
            <a:ext cx="2392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dirty="0"/>
              <a:t>Piso de Arriba 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7BC8FD3-20C2-F2BE-B3E0-38D8B69705BB}"/>
              </a:ext>
            </a:extLst>
          </p:cNvPr>
          <p:cNvCxnSpPr>
            <a:cxnSpLocks/>
          </p:cNvCxnSpPr>
          <p:nvPr/>
        </p:nvCxnSpPr>
        <p:spPr>
          <a:xfrm>
            <a:off x="842866" y="7455569"/>
            <a:ext cx="5052608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067668E-9169-3271-3185-E3EBD76045A8}"/>
              </a:ext>
            </a:extLst>
          </p:cNvPr>
          <p:cNvSpPr txBox="1"/>
          <p:nvPr/>
        </p:nvSpPr>
        <p:spPr>
          <a:xfrm>
            <a:off x="2438883" y="6993904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rgbClr val="FF0000"/>
                </a:solidFill>
              </a:rPr>
              <a:t>11cm Ancho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622107D3-CDF5-29F1-9204-4DB6AE9264CE}"/>
              </a:ext>
            </a:extLst>
          </p:cNvPr>
          <p:cNvCxnSpPr>
            <a:cxnSpLocks/>
          </p:cNvCxnSpPr>
          <p:nvPr/>
        </p:nvCxnSpPr>
        <p:spPr>
          <a:xfrm flipV="1">
            <a:off x="547328" y="7098632"/>
            <a:ext cx="0" cy="3802448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236EE22-CBDC-6121-050B-8D7C40A21217}"/>
              </a:ext>
            </a:extLst>
          </p:cNvPr>
          <p:cNvSpPr txBox="1"/>
          <p:nvPr/>
        </p:nvSpPr>
        <p:spPr>
          <a:xfrm rot="16200000">
            <a:off x="-731157" y="8743084"/>
            <a:ext cx="1947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6,5 cm Largo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6E41089-E9BC-D20F-B561-C264EB399560}"/>
              </a:ext>
            </a:extLst>
          </p:cNvPr>
          <p:cNvCxnSpPr>
            <a:cxnSpLocks/>
          </p:cNvCxnSpPr>
          <p:nvPr/>
        </p:nvCxnSpPr>
        <p:spPr>
          <a:xfrm flipV="1">
            <a:off x="597834" y="1293732"/>
            <a:ext cx="51407" cy="4271344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41FA14E-9889-4875-EF2B-50534FF5481B}"/>
              </a:ext>
            </a:extLst>
          </p:cNvPr>
          <p:cNvSpPr txBox="1"/>
          <p:nvPr/>
        </p:nvSpPr>
        <p:spPr>
          <a:xfrm rot="16200000">
            <a:off x="-749223" y="3248323"/>
            <a:ext cx="1947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9,5 cm Largo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A2DEF539-8E37-CB90-12C8-A0CF1D30FDFC}"/>
              </a:ext>
            </a:extLst>
          </p:cNvPr>
          <p:cNvCxnSpPr>
            <a:cxnSpLocks/>
          </p:cNvCxnSpPr>
          <p:nvPr/>
        </p:nvCxnSpPr>
        <p:spPr>
          <a:xfrm flipV="1">
            <a:off x="6211298" y="1588123"/>
            <a:ext cx="28063" cy="9156077"/>
          </a:xfrm>
          <a:prstGeom prst="line">
            <a:avLst/>
          </a:prstGeom>
          <a:ln w="57150">
            <a:solidFill>
              <a:schemeClr val="accent3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4CAB11B-9A94-869B-A443-CBE99BB0D10F}"/>
              </a:ext>
            </a:extLst>
          </p:cNvPr>
          <p:cNvSpPr txBox="1"/>
          <p:nvPr/>
        </p:nvSpPr>
        <p:spPr>
          <a:xfrm rot="16200000">
            <a:off x="5485766" y="6431826"/>
            <a:ext cx="2112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3"/>
                </a:solidFill>
              </a:rPr>
              <a:t>20,0 cm Largo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9A95579-124B-47F3-6BDD-DBDCEF8DDBF0}"/>
              </a:ext>
            </a:extLst>
          </p:cNvPr>
          <p:cNvCxnSpPr>
            <a:cxnSpLocks/>
          </p:cNvCxnSpPr>
          <p:nvPr/>
        </p:nvCxnSpPr>
        <p:spPr>
          <a:xfrm>
            <a:off x="842866" y="1676388"/>
            <a:ext cx="5172268" cy="0"/>
          </a:xfrm>
          <a:prstGeom prst="line">
            <a:avLst/>
          </a:prstGeom>
          <a:ln w="5715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FDCC95A-154C-A49E-4B90-307D75268A1D}"/>
              </a:ext>
            </a:extLst>
          </p:cNvPr>
          <p:cNvSpPr txBox="1"/>
          <p:nvPr/>
        </p:nvSpPr>
        <p:spPr>
          <a:xfrm>
            <a:off x="2582889" y="1214723"/>
            <a:ext cx="1911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dirty="0">
                <a:solidFill>
                  <a:srgbClr val="FF0000"/>
                </a:solidFill>
              </a:rPr>
              <a:t>11cm Ancho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2199E6A-DCF1-3DBF-594D-71D19E047863}"/>
              </a:ext>
            </a:extLst>
          </p:cNvPr>
          <p:cNvSpPr txBox="1"/>
          <p:nvPr/>
        </p:nvSpPr>
        <p:spPr>
          <a:xfrm rot="16200000">
            <a:off x="-1339362" y="6048322"/>
            <a:ext cx="3046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>
                <a:solidFill>
                  <a:schemeClr val="accent5">
                    <a:lumMod val="75000"/>
                  </a:schemeClr>
                </a:solidFill>
              </a:rPr>
              <a:t> 4,0 cm Subnivel Pila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DE0B53E-603B-139C-07C9-BBDBA8933E28}"/>
              </a:ext>
            </a:extLst>
          </p:cNvPr>
          <p:cNvCxnSpPr>
            <a:cxnSpLocks/>
          </p:cNvCxnSpPr>
          <p:nvPr/>
        </p:nvCxnSpPr>
        <p:spPr>
          <a:xfrm flipV="1">
            <a:off x="547328" y="5565076"/>
            <a:ext cx="40371" cy="1533556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243E54C-BE15-440A-0721-0357DD872FC8}"/>
              </a:ext>
            </a:extLst>
          </p:cNvPr>
          <p:cNvSpPr/>
          <p:nvPr/>
        </p:nvSpPr>
        <p:spPr>
          <a:xfrm>
            <a:off x="797455" y="5606535"/>
            <a:ext cx="5217679" cy="1447828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A5C46E9-C642-8610-E1D9-71BEF75D9BF7}"/>
              </a:ext>
            </a:extLst>
          </p:cNvPr>
          <p:cNvSpPr txBox="1"/>
          <p:nvPr/>
        </p:nvSpPr>
        <p:spPr>
          <a:xfrm>
            <a:off x="547328" y="11282525"/>
            <a:ext cx="5875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dirty="0">
                <a:solidFill>
                  <a:srgbClr val="FF0000"/>
                </a:solidFill>
                <a:highlight>
                  <a:srgbClr val="FFFF00"/>
                </a:highlight>
              </a:rPr>
              <a:t>Nota: Redondear ligeramente las esquinas </a:t>
            </a:r>
          </a:p>
        </p:txBody>
      </p:sp>
    </p:spTree>
    <p:extLst>
      <p:ext uri="{BB962C8B-B14F-4D97-AF65-F5344CB8AC3E}">
        <p14:creationId xmlns:p14="http://schemas.microsoft.com/office/powerpoint/2010/main" val="104793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38AD23D-A22A-C787-2470-A70F7262EBE5}"/>
              </a:ext>
            </a:extLst>
          </p:cNvPr>
          <p:cNvCxnSpPr>
            <a:cxnSpLocks/>
          </p:cNvCxnSpPr>
          <p:nvPr/>
        </p:nvCxnSpPr>
        <p:spPr>
          <a:xfrm>
            <a:off x="1263316" y="5654841"/>
            <a:ext cx="5065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50BB5255-DAFD-F4D1-B9DC-6B44CF62014F}"/>
              </a:ext>
            </a:extLst>
          </p:cNvPr>
          <p:cNvSpPr/>
          <p:nvPr/>
        </p:nvSpPr>
        <p:spPr>
          <a:xfrm>
            <a:off x="1443789" y="5127462"/>
            <a:ext cx="1022685" cy="1054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FD2B633-0F9E-FB32-2374-66FEEA63A9BA}"/>
              </a:ext>
            </a:extLst>
          </p:cNvPr>
          <p:cNvSpPr/>
          <p:nvPr/>
        </p:nvSpPr>
        <p:spPr>
          <a:xfrm>
            <a:off x="5125452" y="5127462"/>
            <a:ext cx="1022685" cy="1054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D1FEFC8-0894-6723-F0EE-858FB7302F47}"/>
              </a:ext>
            </a:extLst>
          </p:cNvPr>
          <p:cNvCxnSpPr>
            <a:cxnSpLocks/>
          </p:cNvCxnSpPr>
          <p:nvPr/>
        </p:nvCxnSpPr>
        <p:spPr>
          <a:xfrm>
            <a:off x="1438201" y="4836695"/>
            <a:ext cx="16216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2A4440-AC8B-5456-F240-DF8BFC9943A4}"/>
              </a:ext>
            </a:extLst>
          </p:cNvPr>
          <p:cNvSpPr txBox="1"/>
          <p:nvPr/>
        </p:nvSpPr>
        <p:spPr>
          <a:xfrm>
            <a:off x="3020741" y="6167827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Piso de Abajo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97D7760-1999-1FB2-180D-A88649219058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3609474" y="5654841"/>
            <a:ext cx="174457" cy="51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9722AD-8B12-7411-1E28-B030F6618D28}"/>
              </a:ext>
            </a:extLst>
          </p:cNvPr>
          <p:cNvSpPr txBox="1"/>
          <p:nvPr/>
        </p:nvSpPr>
        <p:spPr>
          <a:xfrm>
            <a:off x="373796" y="342863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Piso de Arriba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1C0F834-DCCF-4112-9BB4-570B31FF5DA6}"/>
              </a:ext>
            </a:extLst>
          </p:cNvPr>
          <p:cNvCxnSpPr>
            <a:cxnSpLocks/>
          </p:cNvCxnSpPr>
          <p:nvPr/>
        </p:nvCxnSpPr>
        <p:spPr>
          <a:xfrm>
            <a:off x="1263316" y="3862137"/>
            <a:ext cx="483175" cy="656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2D758772-96D6-5E72-E6F3-1E64FACA9096}"/>
              </a:ext>
            </a:extLst>
          </p:cNvPr>
          <p:cNvCxnSpPr>
            <a:cxnSpLocks/>
          </p:cNvCxnSpPr>
          <p:nvPr/>
        </p:nvCxnSpPr>
        <p:spPr>
          <a:xfrm>
            <a:off x="3020741" y="5175590"/>
            <a:ext cx="10699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DE185B7-CEC0-28AE-7CE2-E7AB254EA5B7}"/>
              </a:ext>
            </a:extLst>
          </p:cNvPr>
          <p:cNvCxnSpPr>
            <a:cxnSpLocks/>
          </p:cNvCxnSpPr>
          <p:nvPr/>
        </p:nvCxnSpPr>
        <p:spPr>
          <a:xfrm>
            <a:off x="4090737" y="4836695"/>
            <a:ext cx="18506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7ED9A9-F406-0129-16D6-045EC8336C99}"/>
              </a:ext>
            </a:extLst>
          </p:cNvPr>
          <p:cNvSpPr txBox="1"/>
          <p:nvPr/>
        </p:nvSpPr>
        <p:spPr>
          <a:xfrm>
            <a:off x="2919887" y="3270404"/>
            <a:ext cx="153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5">
                    <a:lumMod val="75000"/>
                  </a:schemeClr>
                </a:solidFill>
              </a:rPr>
              <a:t>Sub Nivel Pila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EDA11D4-2CDA-C9F4-8F3A-E30A78520EFE}"/>
              </a:ext>
            </a:extLst>
          </p:cNvPr>
          <p:cNvCxnSpPr>
            <a:cxnSpLocks/>
          </p:cNvCxnSpPr>
          <p:nvPr/>
        </p:nvCxnSpPr>
        <p:spPr>
          <a:xfrm>
            <a:off x="3609474" y="3639736"/>
            <a:ext cx="0" cy="1196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449C703-0DC3-4206-3843-356A8E13C821}"/>
              </a:ext>
            </a:extLst>
          </p:cNvPr>
          <p:cNvCxnSpPr>
            <a:cxnSpLocks/>
          </p:cNvCxnSpPr>
          <p:nvPr/>
        </p:nvCxnSpPr>
        <p:spPr>
          <a:xfrm>
            <a:off x="3059843" y="4856748"/>
            <a:ext cx="0" cy="318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A401474-FF54-724C-205D-F58CFEB7EE59}"/>
              </a:ext>
            </a:extLst>
          </p:cNvPr>
          <p:cNvCxnSpPr>
            <a:cxnSpLocks/>
          </p:cNvCxnSpPr>
          <p:nvPr/>
        </p:nvCxnSpPr>
        <p:spPr>
          <a:xfrm>
            <a:off x="4078517" y="4856748"/>
            <a:ext cx="0" cy="318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4573E51-A7A3-0AB9-CEB2-910CBA9FF110}"/>
              </a:ext>
            </a:extLst>
          </p:cNvPr>
          <p:cNvSpPr txBox="1"/>
          <p:nvPr/>
        </p:nvSpPr>
        <p:spPr>
          <a:xfrm>
            <a:off x="1868621" y="4518505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6">
                    <a:lumMod val="75000"/>
                  </a:schemeClr>
                </a:solidFill>
              </a:rPr>
              <a:t>6,5 cm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9DCBF27-DC41-964C-05D1-6CF152A22975}"/>
              </a:ext>
            </a:extLst>
          </p:cNvPr>
          <p:cNvSpPr txBox="1"/>
          <p:nvPr/>
        </p:nvSpPr>
        <p:spPr>
          <a:xfrm>
            <a:off x="4774057" y="4467363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6">
                    <a:lumMod val="75000"/>
                  </a:schemeClr>
                </a:solidFill>
              </a:rPr>
              <a:t>9,5 cm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AC8FF28-9A26-A754-0395-180AAE37FF99}"/>
              </a:ext>
            </a:extLst>
          </p:cNvPr>
          <p:cNvSpPr txBox="1"/>
          <p:nvPr/>
        </p:nvSpPr>
        <p:spPr>
          <a:xfrm>
            <a:off x="3174096" y="5127462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5">
                    <a:lumMod val="75000"/>
                  </a:schemeClr>
                </a:solidFill>
              </a:rPr>
              <a:t>4,0 cm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463CD47-EB72-C122-BDD0-06F9BC6FB8C5}"/>
              </a:ext>
            </a:extLst>
          </p:cNvPr>
          <p:cNvSpPr txBox="1"/>
          <p:nvPr/>
        </p:nvSpPr>
        <p:spPr>
          <a:xfrm>
            <a:off x="373796" y="158234"/>
            <a:ext cx="4379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dirty="0"/>
              <a:t>Piso de Arriba Vista Lateral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2853236-D567-E5D9-A120-9955603F4796}"/>
              </a:ext>
            </a:extLst>
          </p:cNvPr>
          <p:cNvSpPr txBox="1"/>
          <p:nvPr/>
        </p:nvSpPr>
        <p:spPr>
          <a:xfrm>
            <a:off x="5345807" y="4814820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5">
                    <a:lumMod val="75000"/>
                  </a:schemeClr>
                </a:solidFill>
              </a:rPr>
              <a:t>3,0 cm Alto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38E138B-A503-F9C6-EC2B-5D388C0E9B03}"/>
              </a:ext>
            </a:extLst>
          </p:cNvPr>
          <p:cNvSpPr txBox="1"/>
          <p:nvPr/>
        </p:nvSpPr>
        <p:spPr>
          <a:xfrm>
            <a:off x="132587" y="4856748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solidFill>
                  <a:schemeClr val="accent5">
                    <a:lumMod val="75000"/>
                  </a:schemeClr>
                </a:solidFill>
              </a:rPr>
              <a:t>3,0 cm Alto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34507375-4614-0C10-B4FE-93F5C7459C3A}"/>
              </a:ext>
            </a:extLst>
          </p:cNvPr>
          <p:cNvCxnSpPr>
            <a:stCxn id="44" idx="1"/>
          </p:cNvCxnSpPr>
          <p:nvPr/>
        </p:nvCxnSpPr>
        <p:spPr>
          <a:xfrm flipH="1">
            <a:off x="4090737" y="4999486"/>
            <a:ext cx="1255070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619F4069-891E-9906-01B9-5B36FC0D01A1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1438201" y="5016169"/>
            <a:ext cx="1582540" cy="2524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13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53F102-5D55-39BE-6FF7-C0D51F767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4"/>
          <a:stretch>
            <a:fillRect/>
          </a:stretch>
        </p:blipFill>
        <p:spPr>
          <a:xfrm>
            <a:off x="1083212" y="5365233"/>
            <a:ext cx="4595061" cy="37909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D29C07-EC38-A7C4-91E8-2C3F3A2B3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7" r="2201"/>
          <a:stretch>
            <a:fillRect/>
          </a:stretch>
        </p:blipFill>
        <p:spPr>
          <a:xfrm>
            <a:off x="3477258" y="9156183"/>
            <a:ext cx="3308683" cy="30358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89C563-9402-A55A-8FD1-8659D667A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" y="9532787"/>
            <a:ext cx="3429000" cy="24558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D4AD6C-7A4A-2E15-AC10-96C275081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9" r="11164"/>
          <a:stretch>
            <a:fillRect/>
          </a:stretch>
        </p:blipFill>
        <p:spPr>
          <a:xfrm>
            <a:off x="3575990" y="1380705"/>
            <a:ext cx="3111218" cy="27527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5884C48-5068-432B-0B2D-72D376BE3A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8814" r="7630" b="16188"/>
          <a:stretch>
            <a:fillRect/>
          </a:stretch>
        </p:blipFill>
        <p:spPr>
          <a:xfrm>
            <a:off x="-890" y="1429782"/>
            <a:ext cx="3429000" cy="265458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E19D38B-D8D5-CE68-EDB3-416F008DBC5A}"/>
              </a:ext>
            </a:extLst>
          </p:cNvPr>
          <p:cNvSpPr txBox="1"/>
          <p:nvPr/>
        </p:nvSpPr>
        <p:spPr>
          <a:xfrm>
            <a:off x="80968" y="131300"/>
            <a:ext cx="22737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dirty="0"/>
              <a:t>Tracción Trasera con Diferencial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FB0436-F32A-DBB7-DC19-6BD9B6EA739D}"/>
              </a:ext>
            </a:extLst>
          </p:cNvPr>
          <p:cNvSpPr txBox="1"/>
          <p:nvPr/>
        </p:nvSpPr>
        <p:spPr>
          <a:xfrm>
            <a:off x="3886200" y="4133441"/>
            <a:ext cx="267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Preliminar sin Diferencial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235878-16C1-A588-3106-3330C2504F8C}"/>
              </a:ext>
            </a:extLst>
          </p:cNvPr>
          <p:cNvSpPr txBox="1"/>
          <p:nvPr/>
        </p:nvSpPr>
        <p:spPr>
          <a:xfrm>
            <a:off x="3509968" y="580143"/>
            <a:ext cx="196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Soporte del Motor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8BD9EBA-EFBB-781C-8C06-8B5646F769DF}"/>
              </a:ext>
            </a:extLst>
          </p:cNvPr>
          <p:cNvCxnSpPr>
            <a:stCxn id="16" idx="2"/>
          </p:cNvCxnSpPr>
          <p:nvPr/>
        </p:nvCxnSpPr>
        <p:spPr>
          <a:xfrm flipH="1">
            <a:off x="4490813" y="949475"/>
            <a:ext cx="1" cy="11801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104F034-8FBB-7593-4B65-58AEF2B2BA71}"/>
              </a:ext>
            </a:extLst>
          </p:cNvPr>
          <p:cNvSpPr txBox="1"/>
          <p:nvPr/>
        </p:nvSpPr>
        <p:spPr>
          <a:xfrm>
            <a:off x="4725517" y="1011373"/>
            <a:ext cx="117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Engranaje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0108BC3-A6AA-F2AA-52A4-A9FE7D1B0C90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4643213" y="1380705"/>
            <a:ext cx="488386" cy="9012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1D2B8B-2F9F-221D-7498-E32CD80EEE57}"/>
              </a:ext>
            </a:extLst>
          </p:cNvPr>
          <p:cNvSpPr txBox="1"/>
          <p:nvPr/>
        </p:nvSpPr>
        <p:spPr>
          <a:xfrm>
            <a:off x="80968" y="4380005"/>
            <a:ext cx="196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Soporte del Motor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529FF2D-057D-1DB7-0D30-9FF9B97E654A}"/>
              </a:ext>
            </a:extLst>
          </p:cNvPr>
          <p:cNvCxnSpPr>
            <a:cxnSpLocks/>
          </p:cNvCxnSpPr>
          <p:nvPr/>
        </p:nvCxnSpPr>
        <p:spPr>
          <a:xfrm flipV="1">
            <a:off x="1795468" y="3140242"/>
            <a:ext cx="557401" cy="12853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73232E0-9242-7528-936A-775BB806DCC7}"/>
              </a:ext>
            </a:extLst>
          </p:cNvPr>
          <p:cNvSpPr txBox="1"/>
          <p:nvPr/>
        </p:nvSpPr>
        <p:spPr>
          <a:xfrm>
            <a:off x="1488334" y="4941275"/>
            <a:ext cx="117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Engranaje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43AD4E4-2BCB-BC00-CE12-B6E77103DB4B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074168" y="5310607"/>
            <a:ext cx="76631" cy="11478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8A634B9-7FDE-3799-3B49-541F61321ED9}"/>
              </a:ext>
            </a:extLst>
          </p:cNvPr>
          <p:cNvCxnSpPr>
            <a:cxnSpLocks/>
          </p:cNvCxnSpPr>
          <p:nvPr/>
        </p:nvCxnSpPr>
        <p:spPr>
          <a:xfrm>
            <a:off x="2201779" y="5356719"/>
            <a:ext cx="553453" cy="390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443C973-34E2-196B-B13E-BDA0FAA711A8}"/>
              </a:ext>
            </a:extLst>
          </p:cNvPr>
          <p:cNvCxnSpPr>
            <a:cxnSpLocks/>
          </p:cNvCxnSpPr>
          <p:nvPr/>
        </p:nvCxnSpPr>
        <p:spPr>
          <a:xfrm flipH="1">
            <a:off x="1576137" y="9329449"/>
            <a:ext cx="1347537" cy="10585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A188846-D84F-905D-1F42-698CC71BBA1C}"/>
              </a:ext>
            </a:extLst>
          </p:cNvPr>
          <p:cNvSpPr txBox="1"/>
          <p:nvPr/>
        </p:nvSpPr>
        <p:spPr>
          <a:xfrm>
            <a:off x="1795468" y="9033415"/>
            <a:ext cx="2511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Diferencial descubierto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B6FA16C-21A0-4DC6-BD01-4725D169D6C4}"/>
              </a:ext>
            </a:extLst>
          </p:cNvPr>
          <p:cNvCxnSpPr>
            <a:cxnSpLocks/>
          </p:cNvCxnSpPr>
          <p:nvPr/>
        </p:nvCxnSpPr>
        <p:spPr>
          <a:xfrm>
            <a:off x="3051164" y="9329449"/>
            <a:ext cx="2260186" cy="13446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C3E6655-3C99-8354-2174-C75B396BDF81}"/>
              </a:ext>
            </a:extLst>
          </p:cNvPr>
          <p:cNvCxnSpPr>
            <a:cxnSpLocks/>
          </p:cNvCxnSpPr>
          <p:nvPr/>
        </p:nvCxnSpPr>
        <p:spPr>
          <a:xfrm flipH="1" flipV="1">
            <a:off x="2042659" y="7459579"/>
            <a:ext cx="159120" cy="1519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4CBFFBC-D87D-6FCF-548A-5BCDE113B764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488334" y="7788320"/>
            <a:ext cx="864533" cy="270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A207FAF-EE7D-7A43-9B53-CCEFB6EABF00}"/>
              </a:ext>
            </a:extLst>
          </p:cNvPr>
          <p:cNvCxnSpPr>
            <a:cxnSpLocks/>
          </p:cNvCxnSpPr>
          <p:nvPr/>
        </p:nvCxnSpPr>
        <p:spPr>
          <a:xfrm flipH="1">
            <a:off x="1795468" y="1408831"/>
            <a:ext cx="557399" cy="552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52BF6FF-C52F-58BC-8543-8FCBB6B230CC}"/>
              </a:ext>
            </a:extLst>
          </p:cNvPr>
          <p:cNvSpPr txBox="1"/>
          <p:nvPr/>
        </p:nvSpPr>
        <p:spPr>
          <a:xfrm>
            <a:off x="1713610" y="1079515"/>
            <a:ext cx="126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Diferencial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1534979-E516-FD82-4607-32276000F5EB}"/>
              </a:ext>
            </a:extLst>
          </p:cNvPr>
          <p:cNvSpPr txBox="1"/>
          <p:nvPr/>
        </p:nvSpPr>
        <p:spPr>
          <a:xfrm>
            <a:off x="2058413" y="4461748"/>
            <a:ext cx="146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Chumaceras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5FBF42E-A7E3-D3AD-1B68-8E6AEF2F7255}"/>
              </a:ext>
            </a:extLst>
          </p:cNvPr>
          <p:cNvCxnSpPr>
            <a:stCxn id="50" idx="0"/>
          </p:cNvCxnSpPr>
          <p:nvPr/>
        </p:nvCxnSpPr>
        <p:spPr>
          <a:xfrm flipH="1" flipV="1">
            <a:off x="2478505" y="2129589"/>
            <a:ext cx="314821" cy="2332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55EF0C4-4F85-3962-32E5-602D3C7759E4}"/>
              </a:ext>
            </a:extLst>
          </p:cNvPr>
          <p:cNvCxnSpPr>
            <a:cxnSpLocks/>
          </p:cNvCxnSpPr>
          <p:nvPr/>
        </p:nvCxnSpPr>
        <p:spPr>
          <a:xfrm flipH="1" flipV="1">
            <a:off x="1160684" y="2281989"/>
            <a:ext cx="1612277" cy="2215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5539CD7-BE95-8032-6656-087D1EFE505A}"/>
              </a:ext>
            </a:extLst>
          </p:cNvPr>
          <p:cNvSpPr txBox="1"/>
          <p:nvPr/>
        </p:nvSpPr>
        <p:spPr>
          <a:xfrm>
            <a:off x="18508" y="7603654"/>
            <a:ext cx="146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/>
              <a:t>Chumaceras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5C65E11-4B1B-33FE-C2D3-8B50B231D884}"/>
              </a:ext>
            </a:extLst>
          </p:cNvPr>
          <p:cNvCxnSpPr>
            <a:stCxn id="59" idx="2"/>
          </p:cNvCxnSpPr>
          <p:nvPr/>
        </p:nvCxnSpPr>
        <p:spPr>
          <a:xfrm flipH="1">
            <a:off x="553453" y="7972986"/>
            <a:ext cx="199968" cy="18857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8FA5C16-0FF4-AE8A-651B-2F14E0764322}"/>
              </a:ext>
            </a:extLst>
          </p:cNvPr>
          <p:cNvCxnSpPr>
            <a:cxnSpLocks/>
          </p:cNvCxnSpPr>
          <p:nvPr/>
        </p:nvCxnSpPr>
        <p:spPr>
          <a:xfrm>
            <a:off x="932124" y="8059100"/>
            <a:ext cx="1640074" cy="27682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72F37A1F-7893-13E5-FA3C-6C27EDC45197}"/>
              </a:ext>
            </a:extLst>
          </p:cNvPr>
          <p:cNvCxnSpPr>
            <a:cxnSpLocks/>
          </p:cNvCxnSpPr>
          <p:nvPr/>
        </p:nvCxnSpPr>
        <p:spPr>
          <a:xfrm flipH="1">
            <a:off x="3192735" y="6096000"/>
            <a:ext cx="2704449" cy="1632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768BBDE6-5BDB-14CB-52C3-A972F3144B2F}"/>
              </a:ext>
            </a:extLst>
          </p:cNvPr>
          <p:cNvSpPr txBox="1"/>
          <p:nvPr/>
        </p:nvSpPr>
        <p:spPr>
          <a:xfrm>
            <a:off x="5471659" y="5710929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VE" dirty="0"/>
              <a:t>??????</a:t>
            </a: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01D1C58C-14BA-C870-CEBC-F915B7D18476}"/>
              </a:ext>
            </a:extLst>
          </p:cNvPr>
          <p:cNvCxnSpPr>
            <a:cxnSpLocks/>
          </p:cNvCxnSpPr>
          <p:nvPr/>
        </p:nvCxnSpPr>
        <p:spPr>
          <a:xfrm flipV="1">
            <a:off x="6051884" y="3732131"/>
            <a:ext cx="212223" cy="19117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1602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107</Words>
  <Application>Microsoft Office PowerPoint</Application>
  <PresentationFormat>Panorámica</PresentationFormat>
  <Paragraphs>41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Carrasquero</dc:creator>
  <cp:lastModifiedBy>Cesar Carrasquero</cp:lastModifiedBy>
  <cp:revision>1</cp:revision>
  <dcterms:created xsi:type="dcterms:W3CDTF">2026-03-22T13:59:12Z</dcterms:created>
  <dcterms:modified xsi:type="dcterms:W3CDTF">2026-03-22T15:13:45Z</dcterms:modified>
</cp:coreProperties>
</file>